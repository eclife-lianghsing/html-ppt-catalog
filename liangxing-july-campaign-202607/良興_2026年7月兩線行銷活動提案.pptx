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良興 2026 年 7 月兩線行銷活動提案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夏日換機・AI 效率補給站</a:t>
            </a:r>
          </a:p>
          <a:p>
            <a:r>
              <a:rPr lang="zh-TW" sz="2400"/>
              <a:t>• 活動期間：2026/7/1–2026/7/31</a:t>
            </a:r>
          </a:p>
          <a:p>
            <a:r>
              <a:rPr lang="zh-TW" sz="2400"/>
              <a:t>• 兩線策略：線上會員電商轉換 + 線下門市服務導購</a:t>
            </a:r>
          </a:p>
          <a:p>
            <a:r>
              <a:rPr lang="zh-TW" sz="2400"/>
              <a:t>• 目標：把暑假、AI 辦公、開學前採購需求導回良興官網與門市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01/12｜開場先定義：這不是單純夏季特賣，而是把 7 月需求整理成兩條可執行的行銷線。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7 月市場切入點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暑假娛樂：電競鍵盤滑鼠、螢幕、電競筆電、耳麥</a:t>
            </a:r>
          </a:p>
          <a:p>
            <a:r>
              <a:rPr lang="zh-TW" sz="2400"/>
              <a:t>• AI 辦公與直播：攝影機、麥克風、筆電、螢幕、擴充座</a:t>
            </a:r>
          </a:p>
          <a:p>
            <a:r>
              <a:rPr lang="zh-TW" sz="2400"/>
              <a:t>• 開學補給：行動電源、充電線、SSD、USB Hub、筆電周邊</a:t>
            </a:r>
          </a:p>
          <a:p>
            <a:r>
              <a:rPr lang="zh-TW" sz="2400"/>
              <a:t>• 居家/小辦公：Wi-Fi 7、Mesh、網卡、NAS/儲存周邊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02/12｜7 月不是只有折扣檔，真正的購買理由來自暑假、開學、辦公效率和網路升級。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兩線活動設計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A 線｜線上會員電商：官網活動頁、LINE、EDM、SEO 內容、再行銷受眾</a:t>
            </a:r>
          </a:p>
          <a:p>
            <a:r>
              <a:rPr lang="zh-TW" sz="2400"/>
              <a:t>• B 線｜線下門市導購：門市情境陳列、店員話術、QR 導流、現場加購</a:t>
            </a:r>
          </a:p>
          <a:p>
            <a:r>
              <a:rPr lang="zh-TW" sz="2400"/>
              <a:t>• 共同主題：夏日換機・AI 效率補給站</a:t>
            </a:r>
          </a:p>
          <a:p>
            <a:r>
              <a:rPr lang="zh-TW" sz="2400"/>
              <a:t>• 共同追蹤：每一波素材與 QR 都掛 UTM，回收活動成效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03/12｜賴總提到兩線，我先用線上與線下做設計，這最符合良興全通路零售的優勢。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A 線：線上會員電商轉換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官網活動頁用四大情境導購，不只堆商品</a:t>
            </a:r>
          </a:p>
          <a:p>
            <a:r>
              <a:rPr lang="zh-TW" sz="2400"/>
              <a:t>• LINE 每週一波：開跑、AI 辦公、電競升級、開學補給、倒數收尾</a:t>
            </a:r>
          </a:p>
          <a:p>
            <a:r>
              <a:rPr lang="zh-TW" sz="2400"/>
              <a:t>• EDM 用會員分眾：辦公族、學生/家長、玩家、SOHO/小企業</a:t>
            </a:r>
          </a:p>
          <a:p>
            <a:r>
              <a:rPr lang="zh-TW" sz="2400"/>
              <a:t>• SEO 先卡長尾題：開學 3C 清單、視訊會議攝影機、Wi-Fi 7 升級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04/12｜線上主軸是讓會員快速找到自己的情境，並把內容流量導到商品頁。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B 線：線下門市服務導購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門市設四個小情境：AI 會議桌、電競體驗、開學補給、Wi-Fi 升級</a:t>
            </a:r>
          </a:p>
          <a:p>
            <a:r>
              <a:rPr lang="zh-TW" sz="2400"/>
              <a:t>• 店員話術從規格轉為問題：會議畫面不清楚？宿舍 Wi-Fi 不穩？筆電容量不夠？</a:t>
            </a:r>
          </a:p>
          <a:p>
            <a:r>
              <a:rPr lang="zh-TW" sz="2400"/>
              <a:t>• 每區放 QR Code 導到對應活動頁與商品集合</a:t>
            </a:r>
          </a:p>
          <a:p>
            <a:r>
              <a:rPr lang="zh-TW" sz="2400"/>
              <a:t>• 門市加購：線材、保護、延保、清潔、備份儲存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05/12｜門市線不要只是擺 POP，而是讓店員更容易用場景帶商品與加購。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四大活動分區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AI 辦公/直播效率：攝影機、麥克風、商務筆電、螢幕、擴充座</a:t>
            </a:r>
          </a:p>
          <a:p>
            <a:r>
              <a:rPr lang="zh-TW" sz="2400"/>
              <a:t>• 暑假電競升級：鍵盤滑鼠、耳機、螢幕、電競椅、電競筆電</a:t>
            </a:r>
          </a:p>
          <a:p>
            <a:r>
              <a:rPr lang="zh-TW" sz="2400"/>
              <a:t>• 開學/返校 3C 補給：行動電源、快充線、SSD、Hub、背包周邊</a:t>
            </a:r>
          </a:p>
          <a:p>
            <a:r>
              <a:rPr lang="zh-TW" sz="2400"/>
              <a:t>• 居家/小辦公網通：Wi-Fi 7 路由器、Mesh、網卡、NAS/備份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06/12｜四大分區可同時支援官網活動頁、門市陳列、社群內容和 SEO 文章。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線上素材建議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LINE 推播：每則只打一個情境，短句 + 明確 CTA</a:t>
            </a:r>
          </a:p>
          <a:p>
            <a:r>
              <a:rPr lang="zh-TW" sz="2400"/>
              <a:t>• EDM：首屏主題、四區商品、會員優惠、配送付款提醒</a:t>
            </a:r>
          </a:p>
          <a:p>
            <a:r>
              <a:rPr lang="zh-TW" sz="2400"/>
              <a:t>• 社群：清單型、痛點型、比較型、限時型、門市導購型</a:t>
            </a:r>
          </a:p>
          <a:p>
            <a:r>
              <a:rPr lang="zh-TW" sz="2400"/>
              <a:t>• 短影音：30 秒解決一個問題，例如視訊畫面糊、宿舍 Wi-Fi 弱、SSD 不夠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07/12｜素材要能重複使用，同一套內容可拆成 LINE、EDM、社群與門市話術。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門市執行建議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每店選 2 個最適合的情境，不要求所有門市都做滿四區</a:t>
            </a:r>
          </a:p>
          <a:p>
            <a:r>
              <a:rPr lang="zh-TW" sz="2400"/>
              <a:t>• 導購卡：問題、推薦品類、加購品、官網 QR</a:t>
            </a:r>
          </a:p>
          <a:p>
            <a:r>
              <a:rPr lang="zh-TW" sz="2400"/>
              <a:t>• 店員週會 15 分鐘快速訓練：每週一個主推情境</a:t>
            </a:r>
          </a:p>
          <a:p>
            <a:r>
              <a:rPr lang="zh-TW" sz="2400"/>
              <a:t>• 門市回報熱問問題，月底整理成 FAQ 與下一檔內容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08/12｜門市執行要輕量化，否則活動會卡在陳列與教育成本。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7 月推進節奏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6/24–6/30：商品、價格、庫存、贈品、素材確認</a:t>
            </a:r>
          </a:p>
          <a:p>
            <a:r>
              <a:rPr lang="zh-TW" sz="2400"/>
              <a:t>• 7/1–7/7：活動開跑，主打夏日換機與全品類導購</a:t>
            </a:r>
          </a:p>
          <a:p>
            <a:r>
              <a:rPr lang="zh-TW" sz="2400"/>
              <a:t>• 7/8–7/14：AI 辦公/直播週</a:t>
            </a:r>
          </a:p>
          <a:p>
            <a:r>
              <a:rPr lang="zh-TW" sz="2400"/>
              <a:t>• 7/15–7/21：暑假電競升級週</a:t>
            </a:r>
          </a:p>
          <a:p>
            <a:r>
              <a:rPr lang="zh-TW" sz="2400"/>
              <a:t>• 7/22–7/31：開學補給 + 最後倒數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09/12｜節奏不是一次把所有素材打完，而是每週給消費者一個新理由。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KPI 與追蹤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線上：活動頁 PV、商品點擊率、LINE CTR、EDM CTR、轉換率、營收</a:t>
            </a:r>
          </a:p>
          <a:p>
            <a:r>
              <a:rPr lang="zh-TW" sz="2400"/>
              <a:t>• 線下：QR 掃碼、門市來客、主推品銷量、加購率、客單價</a:t>
            </a:r>
          </a:p>
          <a:p>
            <a:r>
              <a:rPr lang="zh-TW" sz="2400"/>
              <a:t>• 內容：SEO 文章曝光、搜尋點擊、社群互動、短影音觀看完成率</a:t>
            </a:r>
          </a:p>
          <a:p>
            <a:r>
              <a:rPr lang="zh-TW" sz="2400"/>
              <a:t>• 管理層摘要：哪個情境有效、哪個品類成交、下次檔期怎麼調整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10/12｜兩線活動一定要先定追蹤，不然月底只能看營收，無法知道哪個動作有效。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需要良興確認的事項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主推商品與毛利排序</a:t>
            </a:r>
          </a:p>
          <a:p>
            <a:r>
              <a:rPr lang="zh-TW" sz="2400"/>
              <a:t>• 7 月優惠規則：滿額、贈品、會員點數、門市限定</a:t>
            </a:r>
          </a:p>
          <a:p>
            <a:r>
              <a:rPr lang="zh-TW" sz="2400"/>
              <a:t>• 活動頁與素材尺寸規格</a:t>
            </a:r>
          </a:p>
          <a:p>
            <a:r>
              <a:rPr lang="zh-TW" sz="2400"/>
              <a:t>• 門市參與店點、陳列空間、店員話術審核</a:t>
            </a:r>
          </a:p>
          <a:p>
            <a:r>
              <a:rPr lang="zh-TW" sz="2400"/>
              <a:t>• 是否要加入 B2B/企業採購版本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11/12｜最後收斂成決策事項，方便賴總指派內部同仁補齊資料。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430000"/>
            <a:ext cx="108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3900" b="1">
                <a:solidFill>
                  <a:srgbClr val="F5F9FF"/>
                </a:solidFill>
              </a:rPr>
              <a:t>小興建議的第一步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750000" y="1900000"/>
            <a:ext cx="10800000" cy="3900000"/>
          </a:xfrm>
          <a:prstGeom prst="roundRect">
            <a:avLst/>
          </a:prstGeom>
          <a:solidFill>
            <a:srgbClr val="10233B">
              <a:alpha val="85000"/>
            </a:srgbClr>
          </a:solidFill>
          <a:ln>
            <a:solidFill>
              <a:srgbClr val="62D5FF"/>
            </a:solidFill>
          </a:ln>
        </p:spPr>
        <p:txBody>
          <a:bodyPr wrap="square" lIns="240000" tIns="180000" rIns="240000" bIns="180000"/>
          <a:lstStyle/>
          <a:p>
            <a:r>
              <a:rPr lang="zh-TW" sz="2400"/>
              <a:t>• 先選 20–40 個 7 月主推商品，依四大情境排序</a:t>
            </a:r>
          </a:p>
          <a:p>
            <a:r>
              <a:rPr lang="zh-TW" sz="2400"/>
              <a:t>• 用同一套商品資料生成：活動頁、LINE 文案、EDM、門市導購卡</a:t>
            </a:r>
          </a:p>
          <a:p>
            <a:r>
              <a:rPr lang="zh-TW" sz="2400"/>
              <a:t>• 第一週先跑小規模 A/B，第二週開始加碼有效素材</a:t>
            </a:r>
          </a:p>
          <a:p>
            <a:r>
              <a:rPr lang="zh-TW" sz="2400"/>
              <a:t>• 月底用數據回收，建立下一檔活動模板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50000" y="6450000"/>
            <a:ext cx="108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500">
                <a:solidFill>
                  <a:srgbClr val="B5C4D8"/>
                </a:solidFill>
              </a:rPr>
              <a:t>12/12｜結尾強調可落地：先用一套模板跑起來，再逐月優化。</a:t>
            </a:r>
          </a:p>
        </p:txBody>
      </p:sp>
    </p:spTree>
  </p:cSld>
  <p:clrMapOvr>
    <a:masterClrMapping/>
  </p:clrMapOvr>
</p:sld>
</file>